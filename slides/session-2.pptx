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doesn’t have TRUST, they can observe/record and schedule follow-up flight.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content brief; put most instruction before going outside.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boundary and observer line. Use consistent callouts: taking off, landing, abort,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Rotate roles every pilot so everyone participates even with 1 drone.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teaching: tilt trades vertical lift for horizontal motion; that’s why altitude can change when you move.</a:t>
            </a:r>
          </a:p>
          <a:p>
            <a:r>
              <a:t>Coaching: small inputs, pause, then adjust.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time allows, add a slow square pattern. If a scout struggles, shorten the attempt and prioritize safe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Budget ~10 minutes total for walk + boundary setup (adjust to your site).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as short callouts,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while walking back or during sign-off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to the Req 5 handout for deeper work during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scheduling constraints and behavior/ID/photo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Aviation Merit Badge – 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Safety briefing • How to fly • Walk out • Drone flight • Debrief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Pre-work (do before today)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Complete FAA TRUST (required to fly)</a:t>
            </a:r>
          </a:p>
          <a:p>
            <a:pPr/>
            <a:r>
              <a:rPr sz="2800"/>
              <a:t>Fill out preflight sections on the flight log</a:t>
            </a:r>
          </a:p>
          <a:p>
            <a:pPr/>
            <a:r>
              <a:rPr sz="2800"/>
              <a:t>Wear closed-toe shoes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Today’s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Fly safely (one pilot at a time)</a:t>
            </a:r>
          </a:p>
          <a:p>
            <a:pPr/>
            <a:r>
              <a:rPr sz="2800"/>
              <a:t>Successful takeoff → controlled hover → landing</a:t>
            </a:r>
          </a:p>
          <a:p>
            <a:pPr/>
            <a:r>
              <a:rPr sz="2800"/>
              <a:t>Connect what you see to the 4 forces</a:t>
            </a:r>
          </a:p>
          <a:p>
            <a:pPr/>
            <a:r>
              <a:rPr sz="2800"/>
              <a:t>Quick overview of aviation pathways (afterward / at home)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rules (non-negotiable)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Visual line of sight (VLOS)</a:t>
            </a:r>
          </a:p>
          <a:p>
            <a:pPr/>
            <a:r>
              <a:rPr sz="2800"/>
              <a:t>No flying over people</a:t>
            </a:r>
          </a:p>
          <a:p>
            <a:pPr/>
            <a:r>
              <a:rPr sz="2800"/>
              <a:t>Stay inside the flight box</a:t>
            </a:r>
          </a:p>
          <a:p>
            <a:pPr/>
            <a:r>
              <a:rPr sz="2800"/>
              <a:t>No stunts—slow and smooth</a:t>
            </a:r>
          </a:p>
          <a:p>
            <a:pPr/>
            <a:r>
              <a:rPr sz="2800"/>
              <a:t>If anything feels unsafe: 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Roles (rotate each flight)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Pilot</a:t>
            </a:r>
          </a:p>
          <a:p>
            <a:pPr/>
            <a:r>
              <a:rPr sz="2800"/>
              <a:t>Visual observer</a:t>
            </a:r>
          </a:p>
          <a:p>
            <a:pPr/>
            <a:r>
              <a:rPr sz="2800"/>
              <a:t>Safety marshal</a:t>
            </a:r>
          </a:p>
          <a:p>
            <a:pPr/>
            <a:r>
              <a:rPr sz="2800"/>
              <a:t>Recorder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controls move the drone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Throttle: up/down power</a:t>
            </a:r>
          </a:p>
          <a:p>
            <a:pPr/>
            <a:r>
              <a:rPr sz="2800"/>
              <a:t>Yaw: turn left/right</a:t>
            </a:r>
          </a:p>
          <a:p>
            <a:pPr/>
            <a:r>
              <a:rPr sz="2800"/>
              <a:t>Pitch/Roll: tilt → move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counts as success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Safe takeoff</a:t>
            </a:r>
          </a:p>
          <a:p>
            <a:pPr/>
            <a:r>
              <a:rPr sz="2800"/>
              <a:t>Stable hover (3–5 seconds)</a:t>
            </a:r>
          </a:p>
          <a:p>
            <a:pPr/>
            <a:r>
              <a:rPr sz="2800"/>
              <a:t>Safe landing in the box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Walk out + set the flight box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Walk as a group</a:t>
            </a:r>
          </a:p>
          <a:p>
            <a:pPr/>
            <a:r>
              <a:rPr sz="2800"/>
              <a:t>Mark boundaries and observer line</a:t>
            </a:r>
          </a:p>
          <a:p>
            <a:pPr/>
            <a:r>
              <a:rPr sz="2800"/>
              <a:t>One group preflight check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During flight: quick science callouts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More speed → more drag</a:t>
            </a:r>
          </a:p>
          <a:p>
            <a:pPr/>
            <a:r>
              <a:rPr sz="2800"/>
              <a:t>Tilt forward → some lift becomes horizontal motion</a:t>
            </a:r>
          </a:p>
          <a:p>
            <a:pPr/>
            <a:r>
              <a:rPr sz="2800"/>
              <a:t>Wind → drift and extra corrections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Debrief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What safety rule mattered most?</a:t>
            </a:r>
          </a:p>
          <a:p>
            <a:pPr/>
            <a:r>
              <a:rPr sz="2800"/>
              <a:t>What helped stability?</a:t>
            </a:r>
          </a:p>
          <a:p>
            <a:pPr/>
            <a:r>
              <a:rPr sz="2800"/>
              <a:t>How is a drone like a helicopter?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After class: Requirement 5 (at home)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Pilot certificates ladder (student → private → instrument → commercial → ATP)</a:t>
            </a:r>
          </a:p>
          <a:p>
            <a:pPr/>
            <a:r>
              <a:rPr sz="2800"/>
              <a:t>Remote pilot certificate vs TRUST</a:t>
            </a:r>
          </a:p>
          <a:p>
            <a:pPr/>
            <a:r>
              <a:rPr sz="2800"/>
              <a:t>Choose 1 aviation career to research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Follow-up opportunities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Airport visit</a:t>
            </a:r>
          </a:p>
          <a:p>
            <a:pPr/>
            <a:r>
              <a:rPr sz="2800"/>
              <a:t>Control tower visit (if available)</a:t>
            </a:r>
          </a:p>
          <a:p>
            <a:pPr/>
            <a:r>
              <a:rPr sz="2800"/>
              <a:t>ZKC facility visit (if available)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