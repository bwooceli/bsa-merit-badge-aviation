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Aviation Merit Badge – Session 2 (Requirement 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Personal &amp; Professional Aviation Opportunities • classroom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Today’s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Explain key certificates/ratings in plain language</a:t>
            </a:r>
          </a:p>
          <a:p>
            <a:pPr/>
            <a:r>
              <a:rPr sz="2800"/>
              <a:t>Name at least one local youth aviation organization</a:t>
            </a:r>
          </a:p>
          <a:p>
            <a:pPr/>
            <a:r>
              <a:rPr sz="2800"/>
              <a:t>Identify 3 aviation careers; start researching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Ground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Plain language (no legal fine print)</a:t>
            </a:r>
          </a:p>
          <a:p>
            <a:pPr/>
            <a:r>
              <a:rPr sz="2800"/>
              <a:t>Rules change — verify current FAA/AOPA details</a:t>
            </a:r>
          </a:p>
          <a:p>
            <a:pPr/>
            <a:r>
              <a:rPr sz="2800"/>
              <a:t>This is an overview, not flight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the version (time check)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10 min: TRUST vs Part 107 + 1 pilot pathway</a:t>
            </a:r>
          </a:p>
          <a:p>
            <a:pPr/>
            <a:r>
              <a:rPr sz="2800"/>
              <a:t>30 min: cover all + start careers research</a:t>
            </a:r>
          </a:p>
          <a:p>
            <a:pPr/>
            <a:r>
              <a:rPr sz="2800"/>
              <a:t>45 min: add activities + quick verbal check-offs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Credential roadmap (big picture)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Airplane pilot path: Student → Private → Instrument → Commercial → ATP</a:t>
            </a:r>
          </a:p>
          <a:p>
            <a:pPr/>
            <a:r>
              <a:rPr sz="2800"/>
              <a:t>Instructor path: add CFI</a:t>
            </a:r>
          </a:p>
          <a:p>
            <a:pPr/>
            <a:r>
              <a:rPr sz="2800"/>
              <a:t>Drone path: TRUST (recreational) vs Part 107 Remote Pilot (work)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vs Remote Pilot (Part 107)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TRUST: recreational safety knowledge (required for many hobby flights)</a:t>
            </a:r>
          </a:p>
          <a:p>
            <a:pPr/>
            <a:r>
              <a:rPr sz="2800"/>
              <a:t>Part 107: common certificate for non-recreational drone operations</a:t>
            </a:r>
          </a:p>
          <a:p>
            <a:pPr/>
            <a:r>
              <a:rPr sz="2800"/>
              <a:t>Key idea: safety + judgment apply either way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certificates (Part 61) — what they allow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Student: train with an instructor; first solo with sign-off</a:t>
            </a:r>
          </a:p>
          <a:p>
            <a:pPr/>
            <a:r>
              <a:rPr sz="2800"/>
              <a:t>Recreational: less common; more limits than private</a:t>
            </a:r>
          </a:p>
          <a:p>
            <a:pPr/>
            <a:r>
              <a:rPr sz="2800"/>
              <a:t>Private: most common personal flying certificate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Instrument rating — 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Fly using instruments + procedures when you can’t rely on outside references</a:t>
            </a:r>
          </a:p>
          <a:p>
            <a:pPr/>
            <a:r>
              <a:rPr sz="2800"/>
              <a:t>Improves discipline, workload management, and weather decision-making</a:t>
            </a:r>
          </a:p>
          <a:p>
            <a:pPr/>
            <a:r>
              <a:rPr sz="2800"/>
              <a:t>Instrument is a rating (not a separate certificate)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certificates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Commercial: allows certain paid flying jobs (with more requirements)</a:t>
            </a:r>
          </a:p>
          <a:p>
            <a:pPr/>
            <a:r>
              <a:rPr sz="2800"/>
              <a:t>ATP: top rung for airline captain and many airline roles</a:t>
            </a:r>
          </a:p>
          <a:p>
            <a:pPr/>
            <a:r>
              <a:rPr sz="2800"/>
              <a:t>CFI: authorized to teach + sign training logs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Youth opportunities (local)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Aviation Exploring Post: learn skills, visit facilities, meet mentors</a:t>
            </a:r>
          </a:p>
          <a:p>
            <a:pPr/>
            <a:r>
              <a:rPr sz="2800"/>
              <a:t>Civil Air Patrol (CAP): aerospace education + leadership</a:t>
            </a:r>
          </a:p>
          <a:p>
            <a:pPr/>
            <a:r>
              <a:rPr sz="2800"/>
              <a:t>Action: write 1 org to check + what you hope to 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Careers: choose 3, research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List 3 careers (pilot, mechanic, controller, engineer, dispatcher, airport ops, drone operator)</a:t>
            </a:r>
          </a:p>
          <a:p>
            <a:pPr/>
            <a:r>
              <a:rPr sz="2800"/>
              <a:t>Pick 1 and research: training, certs, experience, costs</a:t>
            </a:r>
          </a:p>
          <a:p>
            <a:pPr/>
            <a:r>
              <a:rPr sz="2800"/>
              <a:t>Also research: job outlook, salary range, advancement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activity: match credential to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Learn + fly solo someday → Student</a:t>
            </a:r>
          </a:p>
          <a:p>
            <a:pPr/>
            <a:r>
              <a:rPr sz="2800"/>
              <a:t>Fly family for fun → Private</a:t>
            </a:r>
          </a:p>
          <a:p>
            <a:pPr/>
            <a:r>
              <a:rPr sz="2800"/>
              <a:t>Fly in clouds using procedures → Instrument rating</a:t>
            </a:r>
          </a:p>
          <a:p>
            <a:pPr/>
            <a:r>
              <a:rPr sz="2800"/>
              <a:t>Fly a drone for a business → Part 107 Remote Pilot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check-offs (fast sign-off)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Each scout answers 1–2 items in one sentence</a:t>
            </a:r>
          </a:p>
          <a:p>
            <a:pPr/>
            <a:r>
              <a:rPr sz="2800"/>
              <a:t>Rotate prompts so it stays quick</a:t>
            </a:r>
          </a:p>
          <a:p>
            <a:pPr/>
            <a:r>
              <a:rPr sz="2800"/>
              <a:t>Use the handout as the record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 +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Finish the Requirement 5 handout (if not done)</a:t>
            </a:r>
          </a:p>
          <a:p>
            <a:pPr/>
            <a:r>
              <a:rPr sz="2800"/>
              <a:t>Bring 2–3 questions for counselor discussion</a:t>
            </a:r>
          </a:p>
          <a:p>
            <a:pPr/>
            <a:r>
              <a:rPr sz="2800"/>
              <a:t>Optional follow-ups: airport/tower/facility visit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