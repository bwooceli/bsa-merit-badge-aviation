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fast. Mention that Session 2 is hands-on with model/drone flight.</a:t>
            </a:r>
          </a:p>
          <a:p>
            <a:r>
              <a:t>If running short on time later: compress history and keep time for forces/lift/controls/instruments.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name 3 aircraft you’ve seen and one thing it’s used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scouts categorize examples quickly. Keep it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Story-driven, not date-driven. Ask: what enabled long-distance travel?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misconception: helicopters still generate lift; it’s just from rotor blades.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conceptual; avoid deep thermodynamics.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arrows on a simple airplane sketch. In level cruise: lift≈weight, thrust≈drag.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paper-strip demo. Phrase it: pressure + downwash.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Clarify: 15–20° is a common rule-of-thumb, not universal; depends on airfoil, flaps, contamination, loading.</a:t>
            </a:r>
          </a:p>
          <a:p>
            <a:r>
              <a:t>Key point: stalls are caused by AOA, not speed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hand/airplane model to show roll/pitch/yaw. Mention coordinated turns (bank + appropriate rudder).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each tells the pilot; emphasize cross-checking multiple instruments.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follow-up airport/tower/ARTCC visits if you’re offering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Aviation Merit Badge – Session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Aviation basics • How flight works • What pilots see in the cockpit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Today’s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What counts as an aircraft</a:t>
            </a:r>
          </a:p>
          <a:p>
            <a:pPr/>
            <a:r>
              <a:rPr sz="2800"/>
              <a:t>Fixed wing vs rotary wing</a:t>
            </a:r>
          </a:p>
          <a:p>
            <a:pPr/>
            <a:r>
              <a:rPr sz="2800"/>
              <a:t>Engines: piston vs turbine vs jet</a:t>
            </a:r>
          </a:p>
          <a:p>
            <a:pPr/>
            <a:r>
              <a:rPr sz="2800"/>
              <a:t>Four forces of flight</a:t>
            </a:r>
          </a:p>
          <a:p>
            <a:pPr/>
            <a:r>
              <a:rPr sz="2800"/>
              <a:t>Lift + airfoils (Bernoulli + downwash)</a:t>
            </a:r>
          </a:p>
          <a:p>
            <a:pPr/>
            <a:r>
              <a:rPr sz="2800"/>
              <a:t>Control surfaces (pitch/roll/yaw)</a:t>
            </a:r>
          </a:p>
          <a:p>
            <a:pPr/>
            <a:r>
              <a:rPr sz="2800"/>
              <a:t>Cockpit instruments (what they tell the pilot)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aircraft?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 machine that flies by being supported by air</a:t>
            </a:r>
          </a:p>
          <a:p>
            <a:pPr/>
            <a:r>
              <a:rPr sz="2800"/>
              <a:t>It can create lift with wings…</a:t>
            </a:r>
          </a:p>
          <a:p>
            <a:pPr/>
            <a:r>
              <a:rPr sz="2800"/>
              <a:t>…or lift/thrust with rotors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Kinds of aircraft (examples)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Fixed-wing airplane (training, transport, cargo)</a:t>
            </a:r>
          </a:p>
          <a:p>
            <a:pPr/>
            <a:r>
              <a:rPr sz="2800"/>
              <a:t>Rotary-wing (helicopter) (EMS, rescue, lifting)</a:t>
            </a:r>
          </a:p>
          <a:p>
            <a:pPr/>
            <a:r>
              <a:rPr sz="2800"/>
              <a:t>Other: glider • balloon • jet airliner • drone/UAS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short history of flight (3 moments)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Balloons: first human flight (buoyancy)</a:t>
            </a:r>
          </a:p>
          <a:p>
            <a:pPr/>
            <a:r>
              <a:rPr sz="2800"/>
              <a:t>Wright era: powered + controlled flight</a:t>
            </a:r>
          </a:p>
          <a:p>
            <a:pPr/>
            <a:r>
              <a:rPr sz="2800"/>
              <a:t>Turbines/jets: speed, altitude, long-distance travel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Fixed wing vs rotary wing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Fixed wing: needs forward motion to make lift</a:t>
            </a:r>
          </a:p>
          <a:p>
            <a:pPr/>
            <a:r>
              <a:rPr sz="2800"/>
              <a:t>Efficient for long distance</a:t>
            </a:r>
          </a:p>
          <a:p>
            <a:pPr/>
            <a:r>
              <a:rPr sz="2800"/>
              <a:t>Rotary wing: rotors can hover</a:t>
            </a:r>
          </a:p>
          <a:p>
            <a:pPr/>
            <a:r>
              <a:rPr sz="2800"/>
              <a:t>Great for point-to-point access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Engines: big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Piston + prop: like a car engine turning a propeller</a:t>
            </a:r>
          </a:p>
          <a:p>
            <a:pPr/>
            <a:r>
              <a:rPr sz="2800"/>
              <a:t>Turbine: hot gases spin turbine blades</a:t>
            </a:r>
          </a:p>
          <a:p>
            <a:pPr/>
            <a:r>
              <a:rPr sz="2800"/>
              <a:t>Jet (turbofan): pushes air back to make thrust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4 forces of flight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Lift (up)</a:t>
            </a:r>
          </a:p>
          <a:p>
            <a:pPr/>
            <a:r>
              <a:rPr sz="2800"/>
              <a:t>Weight (down)</a:t>
            </a:r>
          </a:p>
          <a:p>
            <a:pPr/>
            <a:r>
              <a:rPr sz="2800"/>
              <a:t>Thrust (forward)</a:t>
            </a:r>
          </a:p>
          <a:p>
            <a:pPr/>
            <a:r>
              <a:rPr sz="2800"/>
              <a:t>Drag (back)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Lift: how wings make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Air moves around an airfoil</a:t>
            </a:r>
          </a:p>
          <a:p>
            <a:pPr/>
            <a:r>
              <a:rPr sz="2800"/>
              <a:t>Pressure differences help create lift</a:t>
            </a:r>
          </a:p>
          <a:p>
            <a:pPr/>
            <a:r>
              <a:rPr sz="2800"/>
              <a:t>Wings also push air downward (downwash)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Angle of attack (AOA) + stall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AOA = angle between wing and airflow</a:t>
            </a:r>
          </a:p>
          <a:p>
            <a:pPr/>
            <a:r>
              <a:rPr sz="2800"/>
              <a:t>Too high AOA → stall (lift drops, drag rises)</a:t>
            </a:r>
          </a:p>
          <a:p>
            <a:pPr/>
            <a:r>
              <a:rPr sz="2800"/>
              <a:t>Rule of thumb: many wings stall around ~15–20° AOA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surfaces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Ailerons → roll</a:t>
            </a:r>
          </a:p>
          <a:p>
            <a:pPr/>
            <a:r>
              <a:rPr sz="2800"/>
              <a:t>Elevator → pitch</a:t>
            </a:r>
          </a:p>
          <a:p>
            <a:pPr/>
            <a:r>
              <a:rPr sz="2800"/>
              <a:t>Rudder → yaw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Cockpit instruments (single-engine)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Airspeed • Altimeter • Attitude</a:t>
            </a:r>
          </a:p>
          <a:p>
            <a:pPr/>
            <a:r>
              <a:rPr sz="2800"/>
              <a:t>Heading • Turn/Bank • Vertical speed</a:t>
            </a:r>
          </a:p>
          <a:p>
            <a:pPr/>
            <a:r>
              <a:rPr sz="2800"/>
              <a:t>Compass • Navigation • Communication</a:t>
            </a:r>
          </a:p>
          <a:p>
            <a:pPr/>
            <a:r>
              <a:rPr sz="2800"/>
              <a:t>Engine indicators (RPM, temps, pressures, fuel)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 +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Session 2: safety-first flight principles in action</a:t>
            </a:r>
          </a:p>
          <a:p>
            <a:pPr/>
            <a:r>
              <a:rPr sz="2800"/>
              <a:t>Drone option: complete FAA TRUST before next session</a:t>
            </a:r>
          </a:p>
          <a:p>
            <a:pPr/>
            <a:r>
              <a:rPr sz="2800"/>
              <a:t>Bring questions and your handouts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